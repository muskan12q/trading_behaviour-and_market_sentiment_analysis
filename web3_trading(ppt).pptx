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0021B4-930C-4053-A637-53AD888FA0E8}" v="645" dt="2026-02-18T18:56:22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kan Singh" userId="613177844d8a5767" providerId="LiveId" clId="{846966FF-4E6C-4C7F-8066-1871842D8C31}"/>
    <pc:docChg chg="undo custSel addSld delSld modSld">
      <pc:chgData name="Muskan Singh" userId="613177844d8a5767" providerId="LiveId" clId="{846966FF-4E6C-4C7F-8066-1871842D8C31}" dt="2026-02-18T18:56:22.838" v="3686"/>
      <pc:docMkLst>
        <pc:docMk/>
      </pc:docMkLst>
      <pc:sldChg chg="modSp new del mod">
        <pc:chgData name="Muskan Singh" userId="613177844d8a5767" providerId="LiveId" clId="{846966FF-4E6C-4C7F-8066-1871842D8C31}" dt="2026-02-18T17:34:23.273" v="8" actId="2696"/>
        <pc:sldMkLst>
          <pc:docMk/>
          <pc:sldMk cId="659784264" sldId="256"/>
        </pc:sldMkLst>
        <pc:spChg chg="mod">
          <ac:chgData name="Muskan Singh" userId="613177844d8a5767" providerId="LiveId" clId="{846966FF-4E6C-4C7F-8066-1871842D8C31}" dt="2026-02-18T17:30:35.626" v="3" actId="1076"/>
          <ac:spMkLst>
            <pc:docMk/>
            <pc:sldMk cId="659784264" sldId="256"/>
            <ac:spMk id="2" creationId="{43552D9E-E2F2-13EC-460B-2733D11A660F}"/>
          </ac:spMkLst>
        </pc:spChg>
      </pc:sldChg>
      <pc:sldChg chg="addSp delSp modSp new mod setBg">
        <pc:chgData name="Muskan Singh" userId="613177844d8a5767" providerId="LiveId" clId="{846966FF-4E6C-4C7F-8066-1871842D8C31}" dt="2026-02-18T18:56:22.838" v="3686"/>
        <pc:sldMkLst>
          <pc:docMk/>
          <pc:sldMk cId="3031948561" sldId="256"/>
        </pc:sldMkLst>
        <pc:spChg chg="mod">
          <ac:chgData name="Muskan Singh" userId="613177844d8a5767" providerId="LiveId" clId="{846966FF-4E6C-4C7F-8066-1871842D8C31}" dt="2026-02-18T17:39:46.014" v="248" actId="122"/>
          <ac:spMkLst>
            <pc:docMk/>
            <pc:sldMk cId="3031948561" sldId="256"/>
            <ac:spMk id="2" creationId="{5F096E9E-0379-E895-43EE-9B842688FAA4}"/>
          </ac:spMkLst>
        </pc:spChg>
        <pc:spChg chg="add mod">
          <ac:chgData name="Muskan Singh" userId="613177844d8a5767" providerId="LiveId" clId="{846966FF-4E6C-4C7F-8066-1871842D8C31}" dt="2026-02-18T17:42:18.027" v="505" actId="14100"/>
          <ac:spMkLst>
            <pc:docMk/>
            <pc:sldMk cId="3031948561" sldId="256"/>
            <ac:spMk id="5" creationId="{8D87B2D0-09FE-A213-72B8-F45353996066}"/>
          </ac:spMkLst>
        </pc:spChg>
        <pc:picChg chg="add del mod ord">
          <ac:chgData name="Muskan Singh" userId="613177844d8a5767" providerId="LiveId" clId="{846966FF-4E6C-4C7F-8066-1871842D8C31}" dt="2026-02-18T18:55:27.924" v="3529" actId="478"/>
          <ac:picMkLst>
            <pc:docMk/>
            <pc:sldMk cId="3031948561" sldId="256"/>
            <ac:picMk id="4" creationId="{04F9AF55-AC52-7665-77BA-EEE4512D513A}"/>
          </ac:picMkLst>
        </pc:picChg>
      </pc:sldChg>
      <pc:sldChg chg="new del">
        <pc:chgData name="Muskan Singh" userId="613177844d8a5767" providerId="LiveId" clId="{846966FF-4E6C-4C7F-8066-1871842D8C31}" dt="2026-02-18T17:30:18.939" v="1" actId="2696"/>
        <pc:sldMkLst>
          <pc:docMk/>
          <pc:sldMk cId="4084721814" sldId="256"/>
        </pc:sldMkLst>
      </pc:sldChg>
      <pc:sldChg chg="addSp modSp new mod">
        <pc:chgData name="Muskan Singh" userId="613177844d8a5767" providerId="LiveId" clId="{846966FF-4E6C-4C7F-8066-1871842D8C31}" dt="2026-02-18T17:46:36.947" v="688" actId="20577"/>
        <pc:sldMkLst>
          <pc:docMk/>
          <pc:sldMk cId="920015152" sldId="257"/>
        </pc:sldMkLst>
        <pc:spChg chg="add mod">
          <ac:chgData name="Muskan Singh" userId="613177844d8a5767" providerId="LiveId" clId="{846966FF-4E6C-4C7F-8066-1871842D8C31}" dt="2026-02-18T17:42:46.967" v="507"/>
          <ac:spMkLst>
            <pc:docMk/>
            <pc:sldMk cId="920015152" sldId="257"/>
            <ac:spMk id="2" creationId="{A8E5F3B1-7435-EDE2-9B81-A132ADA6D4E1}"/>
          </ac:spMkLst>
        </pc:spChg>
        <pc:graphicFrameChg chg="add mod modGraphic">
          <ac:chgData name="Muskan Singh" userId="613177844d8a5767" providerId="LiveId" clId="{846966FF-4E6C-4C7F-8066-1871842D8C31}" dt="2026-02-18T17:46:36.947" v="688" actId="20577"/>
          <ac:graphicFrameMkLst>
            <pc:docMk/>
            <pc:sldMk cId="920015152" sldId="257"/>
            <ac:graphicFrameMk id="3" creationId="{5C65644B-AE1C-7A8C-7536-AF894ED531B0}"/>
          </ac:graphicFrameMkLst>
        </pc:graphicFrameChg>
      </pc:sldChg>
      <pc:sldChg chg="modSp new del">
        <pc:chgData name="Muskan Singh" userId="613177844d8a5767" providerId="LiveId" clId="{846966FF-4E6C-4C7F-8066-1871842D8C31}" dt="2026-02-18T17:34:19.412" v="7" actId="2696"/>
        <pc:sldMkLst>
          <pc:docMk/>
          <pc:sldMk cId="951392291" sldId="257"/>
        </pc:sldMkLst>
        <pc:spChg chg="mod">
          <ac:chgData name="Muskan Singh" userId="613177844d8a5767" providerId="LiveId" clId="{846966FF-4E6C-4C7F-8066-1871842D8C31}" dt="2026-02-18T17:31:55.080" v="6"/>
          <ac:spMkLst>
            <pc:docMk/>
            <pc:sldMk cId="951392291" sldId="257"/>
            <ac:spMk id="2" creationId="{243A68DE-8F09-6584-4A82-D961489EDE4E}"/>
          </ac:spMkLst>
        </pc:spChg>
        <pc:spChg chg="mod">
          <ac:chgData name="Muskan Singh" userId="613177844d8a5767" providerId="LiveId" clId="{846966FF-4E6C-4C7F-8066-1871842D8C31}" dt="2026-02-18T17:31:55.080" v="6"/>
          <ac:spMkLst>
            <pc:docMk/>
            <pc:sldMk cId="951392291" sldId="257"/>
            <ac:spMk id="3" creationId="{FAC92CA1-2968-D473-9EEC-8946BFF41761}"/>
          </ac:spMkLst>
        </pc:spChg>
      </pc:sldChg>
      <pc:sldChg chg="addSp modSp new mod setBg">
        <pc:chgData name="Muskan Singh" userId="613177844d8a5767" providerId="LiveId" clId="{846966FF-4E6C-4C7F-8066-1871842D8C31}" dt="2026-02-18T18:10:54.056" v="801"/>
        <pc:sldMkLst>
          <pc:docMk/>
          <pc:sldMk cId="1223279035" sldId="258"/>
        </pc:sldMkLst>
        <pc:spChg chg="add mod">
          <ac:chgData name="Muskan Singh" userId="613177844d8a5767" providerId="LiveId" clId="{846966FF-4E6C-4C7F-8066-1871842D8C31}" dt="2026-02-18T18:10:26.848" v="756" actId="20577"/>
          <ac:spMkLst>
            <pc:docMk/>
            <pc:sldMk cId="1223279035" sldId="258"/>
            <ac:spMk id="4" creationId="{6007EA22-70BD-DF6E-6983-C91E4ACD6CCC}"/>
          </ac:spMkLst>
        </pc:spChg>
        <pc:picChg chg="add mod">
          <ac:chgData name="Muskan Singh" userId="613177844d8a5767" providerId="LiveId" clId="{846966FF-4E6C-4C7F-8066-1871842D8C31}" dt="2026-02-18T18:06:18.177" v="707" actId="14100"/>
          <ac:picMkLst>
            <pc:docMk/>
            <pc:sldMk cId="1223279035" sldId="258"/>
            <ac:picMk id="3" creationId="{BF72C488-BF86-7511-5E0D-8171D10466EB}"/>
          </ac:picMkLst>
        </pc:picChg>
      </pc:sldChg>
      <pc:sldChg chg="modSp new del mod">
        <pc:chgData name="Muskan Singh" userId="613177844d8a5767" providerId="LiveId" clId="{846966FF-4E6C-4C7F-8066-1871842D8C31}" dt="2026-02-18T17:48:11.751" v="698" actId="2696"/>
        <pc:sldMkLst>
          <pc:docMk/>
          <pc:sldMk cId="1948245692" sldId="258"/>
        </pc:sldMkLst>
        <pc:spChg chg="mod">
          <ac:chgData name="Muskan Singh" userId="613177844d8a5767" providerId="LiveId" clId="{846966FF-4E6C-4C7F-8066-1871842D8C31}" dt="2026-02-18T17:47:58.430" v="697" actId="14100"/>
          <ac:spMkLst>
            <pc:docMk/>
            <pc:sldMk cId="1948245692" sldId="258"/>
            <ac:spMk id="2" creationId="{4E95690E-50D1-B6C1-0400-7AF83083256C}"/>
          </ac:spMkLst>
        </pc:spChg>
        <pc:spChg chg="mod">
          <ac:chgData name="Muskan Singh" userId="613177844d8a5767" providerId="LiveId" clId="{846966FF-4E6C-4C7F-8066-1871842D8C31}" dt="2026-02-18T17:47:42.469" v="693" actId="14100"/>
          <ac:spMkLst>
            <pc:docMk/>
            <pc:sldMk cId="1948245692" sldId="258"/>
            <ac:spMk id="3" creationId="{EAE930E6-47B2-B873-65BF-26A3ECFE9506}"/>
          </ac:spMkLst>
        </pc:spChg>
      </pc:sldChg>
      <pc:sldChg chg="addSp delSp modSp new mod setBg">
        <pc:chgData name="Muskan Singh" userId="613177844d8a5767" providerId="LiveId" clId="{846966FF-4E6C-4C7F-8066-1871842D8C31}" dt="2026-02-18T18:17:07.948" v="1085" actId="207"/>
        <pc:sldMkLst>
          <pc:docMk/>
          <pc:sldMk cId="48445106" sldId="259"/>
        </pc:sldMkLst>
        <pc:spChg chg="add del">
          <ac:chgData name="Muskan Singh" userId="613177844d8a5767" providerId="LiveId" clId="{846966FF-4E6C-4C7F-8066-1871842D8C31}" dt="2026-02-18T18:11:15.142" v="804" actId="22"/>
          <ac:spMkLst>
            <pc:docMk/>
            <pc:sldMk cId="48445106" sldId="259"/>
            <ac:spMk id="3" creationId="{FEF3F437-2FF2-D078-DCED-09766C087EE8}"/>
          </ac:spMkLst>
        </pc:spChg>
        <pc:spChg chg="add mod">
          <ac:chgData name="Muskan Singh" userId="613177844d8a5767" providerId="LiveId" clId="{846966FF-4E6C-4C7F-8066-1871842D8C31}" dt="2026-02-18T18:15:48.687" v="1022"/>
          <ac:spMkLst>
            <pc:docMk/>
            <pc:sldMk cId="48445106" sldId="259"/>
            <ac:spMk id="6" creationId="{EA1B047A-2411-FBB4-CAE3-D6E015AAF69E}"/>
          </ac:spMkLst>
        </pc:spChg>
        <pc:spChg chg="add mod">
          <ac:chgData name="Muskan Singh" userId="613177844d8a5767" providerId="LiveId" clId="{846966FF-4E6C-4C7F-8066-1871842D8C31}" dt="2026-02-18T18:17:07.948" v="1085" actId="207"/>
          <ac:spMkLst>
            <pc:docMk/>
            <pc:sldMk cId="48445106" sldId="259"/>
            <ac:spMk id="7" creationId="{3507F588-E162-5691-8B94-55E0267124B4}"/>
          </ac:spMkLst>
        </pc:spChg>
        <pc:picChg chg="add mod">
          <ac:chgData name="Muskan Singh" userId="613177844d8a5767" providerId="LiveId" clId="{846966FF-4E6C-4C7F-8066-1871842D8C31}" dt="2026-02-18T18:12:34.312" v="885" actId="1076"/>
          <ac:picMkLst>
            <pc:docMk/>
            <pc:sldMk cId="48445106" sldId="259"/>
            <ac:picMk id="5" creationId="{5D699F59-6547-A87F-F9FB-BABCD792E5F6}"/>
          </ac:picMkLst>
        </pc:picChg>
      </pc:sldChg>
      <pc:sldChg chg="addSp delSp modSp new mod setBg">
        <pc:chgData name="Muskan Singh" userId="613177844d8a5767" providerId="LiveId" clId="{846966FF-4E6C-4C7F-8066-1871842D8C31}" dt="2026-02-18T18:22:51.591" v="1333" actId="2711"/>
        <pc:sldMkLst>
          <pc:docMk/>
          <pc:sldMk cId="3275201913" sldId="260"/>
        </pc:sldMkLst>
        <pc:spChg chg="add mod">
          <ac:chgData name="Muskan Singh" userId="613177844d8a5767" providerId="LiveId" clId="{846966FF-4E6C-4C7F-8066-1871842D8C31}" dt="2026-02-18T18:21:49.740" v="1250"/>
          <ac:spMkLst>
            <pc:docMk/>
            <pc:sldMk cId="3275201913" sldId="260"/>
            <ac:spMk id="6" creationId="{9817B4C5-46C6-2D4C-E020-B1246E6AA9A6}"/>
          </ac:spMkLst>
        </pc:spChg>
        <pc:spChg chg="add mod">
          <ac:chgData name="Muskan Singh" userId="613177844d8a5767" providerId="LiveId" clId="{846966FF-4E6C-4C7F-8066-1871842D8C31}" dt="2026-02-18T18:22:51.591" v="1333" actId="2711"/>
          <ac:spMkLst>
            <pc:docMk/>
            <pc:sldMk cId="3275201913" sldId="260"/>
            <ac:spMk id="7" creationId="{DE077668-4D2E-04A2-E947-82AB77B8B7F3}"/>
          </ac:spMkLst>
        </pc:spChg>
        <pc:spChg chg="add mod">
          <ac:chgData name="Muskan Singh" userId="613177844d8a5767" providerId="LiveId" clId="{846966FF-4E6C-4C7F-8066-1871842D8C31}" dt="2026-02-18T18:22:28.837" v="1329"/>
          <ac:spMkLst>
            <pc:docMk/>
            <pc:sldMk cId="3275201913" sldId="260"/>
            <ac:spMk id="8" creationId="{4852EC95-8C6C-9182-6C89-B8EC2DDA22B2}"/>
          </ac:spMkLst>
        </pc:spChg>
        <pc:picChg chg="add mod">
          <ac:chgData name="Muskan Singh" userId="613177844d8a5767" providerId="LiveId" clId="{846966FF-4E6C-4C7F-8066-1871842D8C31}" dt="2026-02-18T18:18:37.782" v="1148" actId="14100"/>
          <ac:picMkLst>
            <pc:docMk/>
            <pc:sldMk cId="3275201913" sldId="260"/>
            <ac:picMk id="3" creationId="{F5D0F79B-18F7-5421-0F9D-9033B7FBE223}"/>
          </ac:picMkLst>
        </pc:picChg>
        <pc:picChg chg="add del">
          <ac:chgData name="Muskan Singh" userId="613177844d8a5767" providerId="LiveId" clId="{846966FF-4E6C-4C7F-8066-1871842D8C31}" dt="2026-02-18T18:19:27.518" v="1150" actId="21"/>
          <ac:picMkLst>
            <pc:docMk/>
            <pc:sldMk cId="3275201913" sldId="260"/>
            <ac:picMk id="5" creationId="{BBA3F396-B603-FD2E-0418-B32C14637CCA}"/>
          </ac:picMkLst>
        </pc:picChg>
      </pc:sldChg>
      <pc:sldChg chg="addSp modSp new mod setBg">
        <pc:chgData name="Muskan Singh" userId="613177844d8a5767" providerId="LiveId" clId="{846966FF-4E6C-4C7F-8066-1871842D8C31}" dt="2026-02-18T18:26:54.241" v="1838" actId="2711"/>
        <pc:sldMkLst>
          <pc:docMk/>
          <pc:sldMk cId="1821884550" sldId="261"/>
        </pc:sldMkLst>
        <pc:spChg chg="add mod">
          <ac:chgData name="Muskan Singh" userId="613177844d8a5767" providerId="LiveId" clId="{846966FF-4E6C-4C7F-8066-1871842D8C31}" dt="2026-02-18T18:26:17.556" v="1755" actId="20577"/>
          <ac:spMkLst>
            <pc:docMk/>
            <pc:sldMk cId="1821884550" sldId="261"/>
            <ac:spMk id="4" creationId="{2ABD659C-C216-81B4-7E76-9A4BBF45F196}"/>
          </ac:spMkLst>
        </pc:spChg>
        <pc:spChg chg="add mod">
          <ac:chgData name="Muskan Singh" userId="613177844d8a5767" providerId="LiveId" clId="{846966FF-4E6C-4C7F-8066-1871842D8C31}" dt="2026-02-18T18:26:54.241" v="1838" actId="2711"/>
          <ac:spMkLst>
            <pc:docMk/>
            <pc:sldMk cId="1821884550" sldId="261"/>
            <ac:spMk id="5" creationId="{811A0AD2-812D-32A4-AD10-94B58E3E5FBE}"/>
          </ac:spMkLst>
        </pc:spChg>
        <pc:picChg chg="add mod">
          <ac:chgData name="Muskan Singh" userId="613177844d8a5767" providerId="LiveId" clId="{846966FF-4E6C-4C7F-8066-1871842D8C31}" dt="2026-02-18T18:24:10.241" v="1374" actId="14100"/>
          <ac:picMkLst>
            <pc:docMk/>
            <pc:sldMk cId="1821884550" sldId="261"/>
            <ac:picMk id="3" creationId="{FA54C65E-6A24-4B53-A65A-77A9A616ABB9}"/>
          </ac:picMkLst>
        </pc:picChg>
      </pc:sldChg>
      <pc:sldChg chg="addSp modSp new mod setBg">
        <pc:chgData name="Muskan Singh" userId="613177844d8a5767" providerId="LiveId" clId="{846966FF-4E6C-4C7F-8066-1871842D8C31}" dt="2026-02-18T18:33:33.394" v="2210" actId="2711"/>
        <pc:sldMkLst>
          <pc:docMk/>
          <pc:sldMk cId="3553994527" sldId="262"/>
        </pc:sldMkLst>
        <pc:spChg chg="add mod">
          <ac:chgData name="Muskan Singh" userId="613177844d8a5767" providerId="LiveId" clId="{846966FF-4E6C-4C7F-8066-1871842D8C31}" dt="2026-02-18T18:32:54.331" v="2125"/>
          <ac:spMkLst>
            <pc:docMk/>
            <pc:sldMk cId="3553994527" sldId="262"/>
            <ac:spMk id="4" creationId="{5547863A-82EC-4359-36D3-4EB852D87F1B}"/>
          </ac:spMkLst>
        </pc:spChg>
        <pc:spChg chg="add mod">
          <ac:chgData name="Muskan Singh" userId="613177844d8a5767" providerId="LiveId" clId="{846966FF-4E6C-4C7F-8066-1871842D8C31}" dt="2026-02-18T18:33:33.394" v="2210" actId="2711"/>
          <ac:spMkLst>
            <pc:docMk/>
            <pc:sldMk cId="3553994527" sldId="262"/>
            <ac:spMk id="5" creationId="{B1CEAE9D-1692-DB8C-FE27-1B208E0570E0}"/>
          </ac:spMkLst>
        </pc:spChg>
        <pc:picChg chg="add mod">
          <ac:chgData name="Muskan Singh" userId="613177844d8a5767" providerId="LiveId" clId="{846966FF-4E6C-4C7F-8066-1871842D8C31}" dt="2026-02-18T18:27:53.399" v="1889" actId="14100"/>
          <ac:picMkLst>
            <pc:docMk/>
            <pc:sldMk cId="3553994527" sldId="262"/>
            <ac:picMk id="3" creationId="{7089B68E-2FFE-BA49-B3BF-B3465A02FC6B}"/>
          </ac:picMkLst>
        </pc:picChg>
      </pc:sldChg>
      <pc:sldChg chg="addSp modSp new mod setBg">
        <pc:chgData name="Muskan Singh" userId="613177844d8a5767" providerId="LiveId" clId="{846966FF-4E6C-4C7F-8066-1871842D8C31}" dt="2026-02-18T18:40:46.729" v="2582" actId="120"/>
        <pc:sldMkLst>
          <pc:docMk/>
          <pc:sldMk cId="2260069354" sldId="263"/>
        </pc:sldMkLst>
        <pc:spChg chg="add mod">
          <ac:chgData name="Muskan Singh" userId="613177844d8a5767" providerId="LiveId" clId="{846966FF-4E6C-4C7F-8066-1871842D8C31}" dt="2026-02-18T18:39:31.439" v="2493" actId="20577"/>
          <ac:spMkLst>
            <pc:docMk/>
            <pc:sldMk cId="2260069354" sldId="263"/>
            <ac:spMk id="4" creationId="{7B4BA249-771D-069B-5ED5-A15693BA2F72}"/>
          </ac:spMkLst>
        </pc:spChg>
        <pc:spChg chg="add mod">
          <ac:chgData name="Muskan Singh" userId="613177844d8a5767" providerId="LiveId" clId="{846966FF-4E6C-4C7F-8066-1871842D8C31}" dt="2026-02-18T18:40:46.729" v="2582" actId="120"/>
          <ac:spMkLst>
            <pc:docMk/>
            <pc:sldMk cId="2260069354" sldId="263"/>
            <ac:spMk id="5" creationId="{6E24C1EB-FE33-A840-CFF0-B9DED3A054DD}"/>
          </ac:spMkLst>
        </pc:spChg>
        <pc:picChg chg="add mod">
          <ac:chgData name="Muskan Singh" userId="613177844d8a5767" providerId="LiveId" clId="{846966FF-4E6C-4C7F-8066-1871842D8C31}" dt="2026-02-18T18:34:35.995" v="2255" actId="14100"/>
          <ac:picMkLst>
            <pc:docMk/>
            <pc:sldMk cId="2260069354" sldId="263"/>
            <ac:picMk id="3" creationId="{6BBB1028-77EF-33BF-5D21-93EBEE346D44}"/>
          </ac:picMkLst>
        </pc:picChg>
      </pc:sldChg>
      <pc:sldChg chg="addSp modSp new mod setBg">
        <pc:chgData name="Muskan Singh" userId="613177844d8a5767" providerId="LiveId" clId="{846966FF-4E6C-4C7F-8066-1871842D8C31}" dt="2026-02-18T18:46:32.414" v="3079" actId="14100"/>
        <pc:sldMkLst>
          <pc:docMk/>
          <pc:sldMk cId="4241926556" sldId="264"/>
        </pc:sldMkLst>
        <pc:spChg chg="add mod">
          <ac:chgData name="Muskan Singh" userId="613177844d8a5767" providerId="LiveId" clId="{846966FF-4E6C-4C7F-8066-1871842D8C31}" dt="2026-02-18T18:45:36.246" v="2954" actId="20577"/>
          <ac:spMkLst>
            <pc:docMk/>
            <pc:sldMk cId="4241926556" sldId="264"/>
            <ac:spMk id="4" creationId="{764282DE-3020-AB1D-8501-BE7417074373}"/>
          </ac:spMkLst>
        </pc:spChg>
        <pc:spChg chg="add mod">
          <ac:chgData name="Muskan Singh" userId="613177844d8a5767" providerId="LiveId" clId="{846966FF-4E6C-4C7F-8066-1871842D8C31}" dt="2026-02-18T18:46:25.238" v="3078" actId="2711"/>
          <ac:spMkLst>
            <pc:docMk/>
            <pc:sldMk cId="4241926556" sldId="264"/>
            <ac:spMk id="5" creationId="{D5B37E14-A023-0E22-E32E-098181BCCBFC}"/>
          </ac:spMkLst>
        </pc:spChg>
        <pc:spChg chg="add mod">
          <ac:chgData name="Muskan Singh" userId="613177844d8a5767" providerId="LiveId" clId="{846966FF-4E6C-4C7F-8066-1871842D8C31}" dt="2026-02-18T18:46:08.319" v="3074"/>
          <ac:spMkLst>
            <pc:docMk/>
            <pc:sldMk cId="4241926556" sldId="264"/>
            <ac:spMk id="6" creationId="{2EF3A6AD-1143-53B3-6FBA-FFEB5DB58CCF}"/>
          </ac:spMkLst>
        </pc:spChg>
        <pc:picChg chg="add mod">
          <ac:chgData name="Muskan Singh" userId="613177844d8a5767" providerId="LiveId" clId="{846966FF-4E6C-4C7F-8066-1871842D8C31}" dt="2026-02-18T18:46:32.414" v="3079" actId="14100"/>
          <ac:picMkLst>
            <pc:docMk/>
            <pc:sldMk cId="4241926556" sldId="264"/>
            <ac:picMk id="3" creationId="{7D4B0D6F-00AE-5173-33DE-5684437D0EFC}"/>
          </ac:picMkLst>
        </pc:picChg>
      </pc:sldChg>
      <pc:sldChg chg="addSp modSp new mod setBg">
        <pc:chgData name="Muskan Singh" userId="613177844d8a5767" providerId="LiveId" clId="{846966FF-4E6C-4C7F-8066-1871842D8C31}" dt="2026-02-18T18:51:55.619" v="3373" actId="313"/>
        <pc:sldMkLst>
          <pc:docMk/>
          <pc:sldMk cId="1659754095" sldId="265"/>
        </pc:sldMkLst>
        <pc:spChg chg="add mod">
          <ac:chgData name="Muskan Singh" userId="613177844d8a5767" providerId="LiveId" clId="{846966FF-4E6C-4C7F-8066-1871842D8C31}" dt="2026-02-18T18:48:04.868" v="3087" actId="20577"/>
          <ac:spMkLst>
            <pc:docMk/>
            <pc:sldMk cId="1659754095" sldId="265"/>
            <ac:spMk id="2" creationId="{151AACDC-1E7D-69FD-4871-F0961E515504}"/>
          </ac:spMkLst>
        </pc:spChg>
        <pc:spChg chg="add mod">
          <ac:chgData name="Muskan Singh" userId="613177844d8a5767" providerId="LiveId" clId="{846966FF-4E6C-4C7F-8066-1871842D8C31}" dt="2026-02-18T18:51:55.619" v="3373" actId="313"/>
          <ac:spMkLst>
            <pc:docMk/>
            <pc:sldMk cId="1659754095" sldId="265"/>
            <ac:spMk id="3" creationId="{CCD8D8EB-5546-2653-74CA-6473DDA9EC66}"/>
          </ac:spMkLst>
        </pc:spChg>
        <pc:spChg chg="add">
          <ac:chgData name="Muskan Singh" userId="613177844d8a5767" providerId="LiveId" clId="{846966FF-4E6C-4C7F-8066-1871842D8C31}" dt="2026-02-18T18:49:22.413" v="3348"/>
          <ac:spMkLst>
            <pc:docMk/>
            <pc:sldMk cId="1659754095" sldId="265"/>
            <ac:spMk id="4" creationId="{B8D2CCF8-4936-B832-F751-BB72AF757E9E}"/>
          </ac:spMkLst>
        </pc:spChg>
      </pc:sldChg>
      <pc:sldChg chg="addSp modSp new mod setBg">
        <pc:chgData name="Muskan Singh" userId="613177844d8a5767" providerId="LiveId" clId="{846966FF-4E6C-4C7F-8066-1871842D8C31}" dt="2026-02-18T18:55:04.798" v="3528" actId="20577"/>
        <pc:sldMkLst>
          <pc:docMk/>
          <pc:sldMk cId="324978814" sldId="266"/>
        </pc:sldMkLst>
        <pc:spChg chg="add mod">
          <ac:chgData name="Muskan Singh" userId="613177844d8a5767" providerId="LiveId" clId="{846966FF-4E6C-4C7F-8066-1871842D8C31}" dt="2026-02-18T18:52:16.072" v="3376" actId="207"/>
          <ac:spMkLst>
            <pc:docMk/>
            <pc:sldMk cId="324978814" sldId="266"/>
            <ac:spMk id="2" creationId="{BB6B588B-AEB8-5FFC-161B-ED8E9880AD6F}"/>
          </ac:spMkLst>
        </pc:spChg>
        <pc:spChg chg="add mod">
          <ac:chgData name="Muskan Singh" userId="613177844d8a5767" providerId="LiveId" clId="{846966FF-4E6C-4C7F-8066-1871842D8C31}" dt="2026-02-18T18:55:04.798" v="3528" actId="20577"/>
          <ac:spMkLst>
            <pc:docMk/>
            <pc:sldMk cId="324978814" sldId="266"/>
            <ac:spMk id="3" creationId="{F34E9770-6CAC-A8C7-C2A4-102F6AA0A7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8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98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79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211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571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119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5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836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54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80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ADE2EC63-790D-4C15-AD20-4F32B0F62FD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12C1046B-D42C-4FB3-9EA1-D1091B371C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19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6E9E-0379-E895-43EE-9B842688F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2599615"/>
            <a:ext cx="10772775" cy="165819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highlight>
                  <a:srgbClr val="00008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TRADING BEHAVIOR AND MARKET SENTIMENT BEHAVIOR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87B2D0-09FE-A213-72B8-F45353996066}"/>
              </a:ext>
            </a:extLst>
          </p:cNvPr>
          <p:cNvSpPr txBox="1"/>
          <p:nvPr/>
        </p:nvSpPr>
        <p:spPr>
          <a:xfrm>
            <a:off x="9409472" y="5889523"/>
            <a:ext cx="278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00008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--BY MUSKAN SINGH</a:t>
            </a:r>
          </a:p>
        </p:txBody>
      </p:sp>
    </p:spTree>
    <p:extLst>
      <p:ext uri="{BB962C8B-B14F-4D97-AF65-F5344CB8AC3E}">
        <p14:creationId xmlns:p14="http://schemas.microsoft.com/office/powerpoint/2010/main" val="3031948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E5F3B1-7435-EDE2-9B81-A132ADA6D4E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TABLE OF CONTENTS</a:t>
            </a:r>
            <a:endParaRPr lang="en-IN" sz="24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65644B-AE1C-7A8C-7536-AF894ED53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854755"/>
              </p:ext>
            </p:extLst>
          </p:nvPr>
        </p:nvGraphicFramePr>
        <p:xfrm>
          <a:off x="0" y="571254"/>
          <a:ext cx="12192000" cy="6217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761125542"/>
                    </a:ext>
                  </a:extLst>
                </a:gridCol>
              </a:tblGrid>
              <a:tr h="2298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DATE (TIMESTAMP)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60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88956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COIN</a:t>
                      </a:r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632695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510171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CLASSIFICATION</a:t>
                      </a:r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01203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407724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SIZE_TOKENS</a:t>
                      </a:r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411661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366134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EXECUTION PRICE</a:t>
                      </a:r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884266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86830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HOUR</a:t>
                      </a:r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95190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233527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SIZE_USD</a:t>
                      </a:r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93570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333278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SIDE</a:t>
                      </a:r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043844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75602"/>
                  </a:ext>
                </a:extLst>
              </a:tr>
              <a:tr h="2426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CLOSED_PNL</a:t>
                      </a:r>
                      <a:endParaRPr lang="en-IN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459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01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2C488-BF86-7511-5E0D-8171D1046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0"/>
            <a:ext cx="11405420" cy="14413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07EA22-70BD-DF6E-6983-C91E4ACD6CCC}"/>
              </a:ext>
            </a:extLst>
          </p:cNvPr>
          <p:cNvSpPr txBox="1"/>
          <p:nvPr/>
        </p:nvSpPr>
        <p:spPr>
          <a:xfrm>
            <a:off x="0" y="1441307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 number of buy and sell transactions executed during the analysis period is 211K.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Overall quantity/value of assets traded is 1.19bn.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Net profit and loss generated from all completed trades is 10.25M.</a:t>
            </a:r>
            <a:endParaRPr lang="en-IN" sz="20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27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699F59-6547-A87F-F9FB-BABCD792E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50" y="2202426"/>
            <a:ext cx="4205534" cy="3077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1B047A-2411-FBB4-CAE3-D6E015AAF69E}"/>
              </a:ext>
            </a:extLst>
          </p:cNvPr>
          <p:cNvSpPr txBox="1"/>
          <p:nvPr/>
        </p:nvSpPr>
        <p:spPr>
          <a:xfrm>
            <a:off x="6410632" y="2202426"/>
            <a:ext cx="57813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masis MT Pro Black" panose="02040A04050005020304" pitchFamily="18" charset="0"/>
              </a:rPr>
              <a:t>KEYPOINTS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Fear: 62K trades</a:t>
            </a:r>
            <a:br>
              <a:rPr lang="en-US" dirty="0"/>
            </a:br>
            <a:r>
              <a:rPr lang="en-US" dirty="0"/>
              <a:t>Highest sentiment category, indicating cautious trading behavior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Extreme Greed: 40K trades</a:t>
            </a:r>
            <a:br>
              <a:rPr lang="en-US" dirty="0"/>
            </a:br>
            <a:r>
              <a:rPr lang="en-US" dirty="0"/>
              <a:t>Represents high-risk, aggressive trading activity.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Extreme Fear: 21K trades</a:t>
            </a:r>
            <a:br>
              <a:rPr lang="en-US" dirty="0"/>
            </a:br>
            <a:r>
              <a:rPr lang="en-US" dirty="0"/>
              <a:t>Lowest count, showing limited panic-driven trades.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7F588-E162-5691-8B94-55E0267124B4}"/>
              </a:ext>
            </a:extLst>
          </p:cNvPr>
          <p:cNvSpPr txBox="1"/>
          <p:nvPr/>
        </p:nvSpPr>
        <p:spPr>
          <a:xfrm>
            <a:off x="0" y="245806"/>
            <a:ext cx="121920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Fear and Greed together account for 112K trades, dominating market sentiment.</a:t>
            </a:r>
            <a:endParaRPr lang="en-I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4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D0F79B-18F7-5421-0F9D-9033B7FBE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5" y="2404919"/>
            <a:ext cx="5086287" cy="2983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17B4C5-46C6-2D4C-E020-B1246E6AA9A6}"/>
              </a:ext>
            </a:extLst>
          </p:cNvPr>
          <p:cNvSpPr txBox="1"/>
          <p:nvPr/>
        </p:nvSpPr>
        <p:spPr>
          <a:xfrm>
            <a:off x="6305487" y="2410767"/>
            <a:ext cx="578136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masis MT Pro Black" panose="02040A04050005020304" pitchFamily="18" charset="0"/>
              </a:rPr>
              <a:t>KEYPOINTS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Fear: ~0.5 Billion volume</a:t>
            </a:r>
            <a:br>
              <a:rPr lang="en-US" dirty="0"/>
            </a:br>
            <a:r>
              <a:rPr lang="en-US" dirty="0"/>
              <a:t>Highest trading volume, indicating heavy activity during uncertain market conditions.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Greed: ~0.3 Billion volume</a:t>
            </a:r>
            <a:br>
              <a:rPr lang="en-US" dirty="0"/>
            </a:br>
            <a:r>
              <a:rPr lang="en-US" dirty="0"/>
              <a:t>Strong volume driven by profit-seeking behavior.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Extreme Greed: ~0.12 Billion volume</a:t>
            </a:r>
            <a:br>
              <a:rPr lang="en-US" dirty="0"/>
            </a:br>
            <a:r>
              <a:rPr lang="en-US" dirty="0"/>
              <a:t>Lower volume despite aggressive risk-taking.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Extreme Fear: ~0.1 Billion volume</a:t>
            </a:r>
            <a:br>
              <a:rPr lang="en-US" dirty="0"/>
            </a:br>
            <a:r>
              <a:rPr lang="en-US" dirty="0"/>
              <a:t>Lowest volume, showing limited participation during panic situations.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77668-4D2E-04A2-E947-82AB77B8B7F3}"/>
              </a:ext>
            </a:extLst>
          </p:cNvPr>
          <p:cNvSpPr txBox="1"/>
          <p:nvPr/>
        </p:nvSpPr>
        <p:spPr>
          <a:xfrm>
            <a:off x="0" y="245806"/>
            <a:ext cx="121920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High volume during Fear suggests traders actively react to market uncertainty.</a:t>
            </a:r>
            <a:endParaRPr lang="en-I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20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54C65E-6A24-4B53-A65A-77A9A616A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69" y="2404919"/>
            <a:ext cx="4388502" cy="29241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BD659C-C216-81B4-7E76-9A4BBF45F196}"/>
              </a:ext>
            </a:extLst>
          </p:cNvPr>
          <p:cNvSpPr txBox="1"/>
          <p:nvPr/>
        </p:nvSpPr>
        <p:spPr>
          <a:xfrm>
            <a:off x="6167836" y="2404919"/>
            <a:ext cx="578136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masis MT Pro Black" panose="02040A04050005020304" pitchFamily="18" charset="0"/>
              </a:rPr>
              <a:t>KEYPOINTS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Sell Trades: 109K (51.38%)</a:t>
            </a:r>
            <a:br>
              <a:rPr lang="en-US" dirty="0"/>
            </a:br>
            <a:r>
              <a:rPr lang="en-US" dirty="0"/>
              <a:t>Slightly higher number of sell orders, indicating profit booking or cautious market behavior.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Buy Trades: 103K (48.62%)</a:t>
            </a:r>
            <a:br>
              <a:rPr lang="en-US" dirty="0"/>
            </a:br>
            <a:r>
              <a:rPr lang="en-US" dirty="0"/>
              <a:t>Strong buying participation, showing continued trader interest in the market.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A0AD2-812D-32A4-AD10-94B58E3E5FBE}"/>
              </a:ext>
            </a:extLst>
          </p:cNvPr>
          <p:cNvSpPr txBox="1"/>
          <p:nvPr/>
        </p:nvSpPr>
        <p:spPr>
          <a:xfrm>
            <a:off x="0" y="245806"/>
            <a:ext cx="121920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Despite mixed sentiment, buying and selling activity remains evenly distributed.</a:t>
            </a:r>
            <a:endParaRPr lang="en-I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88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9B68E-2FFE-BA49-B3BF-B3465A02F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2" y="1976284"/>
            <a:ext cx="5108921" cy="3234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47863A-82EC-4359-36D3-4EB852D87F1B}"/>
              </a:ext>
            </a:extLst>
          </p:cNvPr>
          <p:cNvSpPr txBox="1"/>
          <p:nvPr/>
        </p:nvSpPr>
        <p:spPr>
          <a:xfrm>
            <a:off x="6096000" y="2013228"/>
            <a:ext cx="578136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masis MT Pro Black" panose="02040A04050005020304" pitchFamily="18" charset="0"/>
              </a:rPr>
              <a:t>KEYPOINTS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Fear:</a:t>
            </a:r>
            <a:r>
              <a:rPr lang="en-US" dirty="0"/>
              <a:t> Buy </a:t>
            </a:r>
            <a:r>
              <a:rPr lang="en-US" b="1" dirty="0"/>
              <a:t>30K</a:t>
            </a:r>
            <a:r>
              <a:rPr lang="en-US" dirty="0"/>
              <a:t>, Sell </a:t>
            </a:r>
            <a:r>
              <a:rPr lang="en-US" b="1" dirty="0"/>
              <a:t>32K</a:t>
            </a:r>
            <a:br>
              <a:rPr lang="en-US" dirty="0"/>
            </a:br>
            <a:r>
              <a:rPr lang="en-US" dirty="0"/>
              <a:t>High activity on both sides reflects uncertainty and frequent position adjustments.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Greed:</a:t>
            </a:r>
            <a:r>
              <a:rPr lang="en-US" dirty="0"/>
              <a:t> Buy </a:t>
            </a:r>
            <a:r>
              <a:rPr lang="en-US" b="1" dirty="0"/>
              <a:t>25K</a:t>
            </a:r>
            <a:r>
              <a:rPr lang="en-US" dirty="0"/>
              <a:t>, Sell </a:t>
            </a:r>
            <a:r>
              <a:rPr lang="en-US" b="1" dirty="0"/>
              <a:t>26K</a:t>
            </a:r>
            <a:br>
              <a:rPr lang="en-US" dirty="0"/>
            </a:br>
            <a:r>
              <a:rPr lang="en-US" dirty="0"/>
              <a:t>Nearly balanced trades, showing stable participation during optimistic sentiment.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Extreme Fear:</a:t>
            </a:r>
            <a:r>
              <a:rPr lang="en-US" dirty="0"/>
              <a:t> Buy </a:t>
            </a:r>
            <a:r>
              <a:rPr lang="en-US" b="1" dirty="0"/>
              <a:t>11K</a:t>
            </a:r>
            <a:r>
              <a:rPr lang="en-US" dirty="0"/>
              <a:t>, Sell </a:t>
            </a:r>
            <a:r>
              <a:rPr lang="en-US" b="1" dirty="0"/>
              <a:t>10K</a:t>
            </a:r>
            <a:br>
              <a:rPr lang="en-US" dirty="0"/>
            </a:br>
            <a:r>
              <a:rPr lang="en-US" dirty="0"/>
              <a:t>Slightly higher buying indicates traders entering positions at perceived low prices.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Extreme Greed:</a:t>
            </a:r>
            <a:r>
              <a:rPr lang="en-US" dirty="0"/>
              <a:t> Buy </a:t>
            </a:r>
            <a:r>
              <a:rPr lang="en-US" b="1" dirty="0"/>
              <a:t>18K</a:t>
            </a:r>
            <a:r>
              <a:rPr lang="en-US" dirty="0"/>
              <a:t>, Sell </a:t>
            </a:r>
            <a:r>
              <a:rPr lang="en-US" b="1" dirty="0"/>
              <a:t>22K</a:t>
            </a:r>
            <a:br>
              <a:rPr lang="en-US" dirty="0"/>
            </a:br>
            <a:r>
              <a:rPr lang="en-US" dirty="0"/>
              <a:t>Higher sell activity suggests profit booking during over-optimistic market conditions.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EAE9D-1692-DB8C-FE27-1B208E0570E0}"/>
              </a:ext>
            </a:extLst>
          </p:cNvPr>
          <p:cNvSpPr txBox="1"/>
          <p:nvPr/>
        </p:nvSpPr>
        <p:spPr>
          <a:xfrm>
            <a:off x="0" y="245806"/>
            <a:ext cx="121920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Buying dominates during Extreme Fear, while selling dominates during Extreme Greed.</a:t>
            </a:r>
            <a:endParaRPr lang="en-I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99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BB1028-77EF-33BF-5D21-93EBEE346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8" y="2395393"/>
            <a:ext cx="4608045" cy="3051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4BA249-771D-069B-5ED5-A15693BA2F72}"/>
              </a:ext>
            </a:extLst>
          </p:cNvPr>
          <p:cNvSpPr txBox="1"/>
          <p:nvPr/>
        </p:nvSpPr>
        <p:spPr>
          <a:xfrm>
            <a:off x="5250426" y="2395393"/>
            <a:ext cx="662694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masis MT Pro Black" panose="02040A04050005020304" pitchFamily="18" charset="0"/>
              </a:rPr>
              <a:t>KEYPOINTS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Fear:</a:t>
            </a:r>
            <a:br>
              <a:rPr lang="en-US" dirty="0"/>
            </a:br>
            <a:r>
              <a:rPr lang="en-US" dirty="0"/>
              <a:t>Total PnL is </a:t>
            </a:r>
            <a:r>
              <a:rPr lang="en-US" b="1" dirty="0"/>
              <a:t>~3.8M</a:t>
            </a:r>
            <a:r>
              <a:rPr lang="en-US" dirty="0"/>
              <a:t>, with </a:t>
            </a:r>
            <a:r>
              <a:rPr lang="en-US" b="1" dirty="0"/>
              <a:t>Buy ~2.2M</a:t>
            </a:r>
            <a:r>
              <a:rPr lang="en-US" dirty="0"/>
              <a:t> and </a:t>
            </a:r>
            <a:r>
              <a:rPr lang="en-US" b="1" dirty="0"/>
              <a:t>Sell ~1.6M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shows heavy trading activity as traders actively react to uncertain market conditions.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Extreme Greed:</a:t>
            </a:r>
            <a:br>
              <a:rPr lang="en-US" dirty="0"/>
            </a:br>
            <a:r>
              <a:rPr lang="en-US" dirty="0"/>
              <a:t>Total PnL is </a:t>
            </a:r>
            <a:r>
              <a:rPr lang="en-US" b="1" dirty="0"/>
              <a:t>~3.0M</a:t>
            </a:r>
            <a:r>
              <a:rPr lang="en-US" dirty="0"/>
              <a:t>, mainly driven by </a:t>
            </a:r>
            <a:r>
              <a:rPr lang="en-US" b="1" dirty="0"/>
              <a:t>Sell ~2.7M</a:t>
            </a:r>
            <a:r>
              <a:rPr lang="en-US" dirty="0"/>
              <a:t>, while </a:t>
            </a:r>
            <a:r>
              <a:rPr lang="en-US" b="1" dirty="0"/>
              <a:t>Buy ~0.3M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Indicates strong profit booking when the market becomes over-optimistic.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4C1EB-FE33-A840-CFF0-B9DED3A054DD}"/>
              </a:ext>
            </a:extLst>
          </p:cNvPr>
          <p:cNvSpPr txBox="1"/>
          <p:nvPr/>
        </p:nvSpPr>
        <p:spPr>
          <a:xfrm>
            <a:off x="0" y="245806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PnL peaks during Fear (~3.8M) and Extreme Greed (~3.0M), with buying stronger in fear and selling dominating in greed.</a:t>
            </a:r>
            <a:endParaRPr lang="en-I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069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4B0D6F-00AE-5173-33DE-5684437D0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6" y="2395394"/>
            <a:ext cx="5034720" cy="32188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4282DE-3020-AB1D-8501-BE7417074373}"/>
              </a:ext>
            </a:extLst>
          </p:cNvPr>
          <p:cNvSpPr txBox="1"/>
          <p:nvPr/>
        </p:nvSpPr>
        <p:spPr>
          <a:xfrm>
            <a:off x="5250426" y="2395393"/>
            <a:ext cx="662694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masis MT Pro Black" panose="02040A04050005020304" pitchFamily="18" charset="0"/>
              </a:rPr>
              <a:t>KEYPOINTS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Trading starts strong from 12:00 AM and  in the early hours at around </a:t>
            </a:r>
            <a:r>
              <a:rPr lang="en-US" b="1" dirty="0"/>
              <a:t>9K–10K trades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Activity gradually declines during mid-day, reaching a low of </a:t>
            </a:r>
            <a:r>
              <a:rPr lang="en-US" b="1" dirty="0"/>
              <a:t>~6K–7K trades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sharp increase is observed in the evening, peaking at </a:t>
            </a:r>
            <a:r>
              <a:rPr lang="en-US" b="1" dirty="0"/>
              <a:t>~12K–13K trades</a:t>
            </a:r>
            <a:r>
              <a:rPr lang="en-US" dirty="0"/>
              <a:t> around </a:t>
            </a:r>
            <a:r>
              <a:rPr lang="en-US" b="1" dirty="0"/>
              <a:t>19–20 hours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B37E14-A023-0E22-E32E-098181BCCBFC}"/>
              </a:ext>
            </a:extLst>
          </p:cNvPr>
          <p:cNvSpPr txBox="1"/>
          <p:nvPr/>
        </p:nvSpPr>
        <p:spPr>
          <a:xfrm>
            <a:off x="0" y="245806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Trading activity is lowest during mid-day and peaks in the evening (~12K–13K trades), indicating higher trader participation during late market hours.</a:t>
            </a:r>
            <a:endParaRPr lang="en-I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926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AACDC-1E7D-69FD-4871-F0961E515504}"/>
              </a:ext>
            </a:extLst>
          </p:cNvPr>
          <p:cNvSpPr txBox="1"/>
          <p:nvPr/>
        </p:nvSpPr>
        <p:spPr>
          <a:xfrm>
            <a:off x="0" y="167148"/>
            <a:ext cx="121920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en-I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8D8EB-5546-2653-74CA-6473DDA9EC66}"/>
              </a:ext>
            </a:extLst>
          </p:cNvPr>
          <p:cNvSpPr txBox="1"/>
          <p:nvPr/>
        </p:nvSpPr>
        <p:spPr>
          <a:xfrm>
            <a:off x="0" y="1041197"/>
            <a:ext cx="12192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Amasis MT Pro Medium" panose="020F0502020204030204" pitchFamily="18" charset="0"/>
              <a:ea typeface="ADLaM Display" panose="02010000000000000000" pitchFamily="2" charset="0"/>
              <a:cs typeface="Aharoni" panose="020F0502020204030204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F0502020204030204" pitchFamily="18" charset="0"/>
                <a:cs typeface="Aharoni" panose="020F0502020204030204" pitchFamily="2" charset="-79"/>
              </a:rPr>
              <a:t>The market shows high participation with 211K total trades and 1.19B trade volume, indicating strong liquidity.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F0502020204030204" pitchFamily="18" charset="0"/>
                <a:cs typeface="Aharoni" panose="020F0502020204030204" pitchFamily="2" charset="-79"/>
              </a:rPr>
              <a:t>Fear (62K trades) and Greed (50K trades) dominate market sentiment, showing that trading decisions are highly emotion-driven.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F0502020204030204" pitchFamily="18" charset="0"/>
                <a:cs typeface="Aharoni" panose="020F0502020204030204" pitchFamily="2" charset="-79"/>
              </a:rPr>
              <a:t>Fear-based trading generates the highest volume (~0.5B) and the highest PnL (~3.8M), highlighting strong reactions during uncertainty.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F0502020204030204" pitchFamily="18" charset="0"/>
                <a:cs typeface="Aharoni" panose="020F0502020204030204" pitchFamily="2" charset="-79"/>
              </a:rPr>
              <a:t>Buy and Sell trades are nearly balanced (Buy 48.62%, Sell 51.38%), indicating an efficient and active market.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F0502020204030204" pitchFamily="18" charset="0"/>
                <a:cs typeface="Aharoni" panose="020F0502020204030204" pitchFamily="2" charset="-79"/>
              </a:rPr>
              <a:t>Buying increases during Extreme Fear, while selling dominates during Extreme Greed, aligning with typical trader psychology.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F0502020204030204" pitchFamily="18" charset="0"/>
                <a:cs typeface="Aharoni" panose="020F0502020204030204" pitchFamily="2" charset="-79"/>
              </a:rPr>
              <a:t>Profitability is highest during emotionally charged market phases (Fear and Extreme Greed) and lowest during Neutral conditions.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F0502020204030204" pitchFamily="18" charset="0"/>
                <a:cs typeface="Aharoni" panose="020F0502020204030204" pitchFamily="2" charset="-79"/>
              </a:rPr>
              <a:t>Trading activity peaks in the evening hours (19–20 hrs.) with ~12K–13K trades, suggesting higher trader engagement during this period.</a:t>
            </a:r>
            <a:endParaRPr lang="en-US" sz="2000" dirty="0">
              <a:latin typeface="Amasis MT Pro Medium" panose="020F0502020204030204" pitchFamily="18" charset="0"/>
              <a:ea typeface="ADLaM Display" panose="02010000000000000000" pitchFamily="2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59754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B588B-AEB8-5FFC-161B-ED8E9880AD6F}"/>
              </a:ext>
            </a:extLst>
          </p:cNvPr>
          <p:cNvSpPr txBox="1"/>
          <p:nvPr/>
        </p:nvSpPr>
        <p:spPr>
          <a:xfrm>
            <a:off x="0" y="167148"/>
            <a:ext cx="121920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en-I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SUGGESTION SLIDE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E9770-6CAC-A8C7-C2A4-102F6AA0A730}"/>
              </a:ext>
            </a:extLst>
          </p:cNvPr>
          <p:cNvSpPr txBox="1"/>
          <p:nvPr/>
        </p:nvSpPr>
        <p:spPr>
          <a:xfrm>
            <a:off x="0" y="1041197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Amasis MT Pro Medium" panose="02040604050005020304" pitchFamily="18" charset="0"/>
              <a:ea typeface="ADLaM Display" panose="02010000000000000000" pitchFamily="2" charset="0"/>
              <a:cs typeface="Aharoni" panose="020F0502020204030204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Traders can consider buying opportunities during Fear phases, as higher volumes and better profit potential are observed.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Profit booking is advisable during Greed and Extreme Greed, where sell-side profits dominate.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Mid-day hours show lower activity; traders may avoid aggressive strategies during this period.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Evening hours can be targeted for active trading strategies due to peak participation.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Amasis MT Pro Medium" panose="020406040500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masis MT Pro Medium" panose="02040604050005020304" pitchFamily="18" charset="0"/>
              </a:rPr>
              <a:t>Monitoring sentiment indicators can help traders align strategies with market psychology for improved decision-making.</a:t>
            </a:r>
            <a:endParaRPr lang="en-US" sz="2000" dirty="0">
              <a:latin typeface="Amasis MT Pro Medium" panose="02040604050005020304" pitchFamily="18" charset="0"/>
              <a:ea typeface="ADLaM Display" panose="02010000000000000000" pitchFamily="2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497881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89</TotalTime>
  <Words>755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ADLaM Display</vt:lpstr>
      <vt:lpstr>Amasis MT Pro Black</vt:lpstr>
      <vt:lpstr>Amasis MT Pro Medium</vt:lpstr>
      <vt:lpstr>Arial</vt:lpstr>
      <vt:lpstr>Arial Rounded MT Bold</vt:lpstr>
      <vt:lpstr>Calibri Light</vt:lpstr>
      <vt:lpstr>Courier New</vt:lpstr>
      <vt:lpstr>Wingdings</vt:lpstr>
      <vt:lpstr>Metropolitan</vt:lpstr>
      <vt:lpstr>TRADING BEHAVIOR AND MARKET SENTIMENT BEHAVIOR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Muskan Singh</dc:creator>
  <cp:lastModifiedBy>Muskan Singh</cp:lastModifiedBy>
  <cp:revision>1</cp:revision>
  <dcterms:created xsi:type="dcterms:W3CDTF">2026-02-18T17:26:50Z</dcterms:created>
  <dcterms:modified xsi:type="dcterms:W3CDTF">2026-02-18T18:56:29Z</dcterms:modified>
</cp:coreProperties>
</file>